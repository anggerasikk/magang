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6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8BD5-3AC6-45C2-A749-5E3278BC3D87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8CC2-F4B1-43C1-B126-874F0545068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8BD5-3AC6-45C2-A749-5E3278BC3D87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8CC2-F4B1-43C1-B126-874F0545068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8BD5-3AC6-45C2-A749-5E3278BC3D87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8CC2-F4B1-43C1-B126-874F0545068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8BD5-3AC6-45C2-A749-5E3278BC3D87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8CC2-F4B1-43C1-B126-874F0545068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8BD5-3AC6-45C2-A749-5E3278BC3D87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8CC2-F4B1-43C1-B126-874F0545068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8BD5-3AC6-45C2-A749-5E3278BC3D87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8CC2-F4B1-43C1-B126-874F0545068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8BD5-3AC6-45C2-A749-5E3278BC3D87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8CC2-F4B1-43C1-B126-874F0545068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8BD5-3AC6-45C2-A749-5E3278BC3D87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8CC2-F4B1-43C1-B126-874F0545068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8BD5-3AC6-45C2-A749-5E3278BC3D87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8CC2-F4B1-43C1-B126-874F0545068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8BD5-3AC6-45C2-A749-5E3278BC3D87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8CC2-F4B1-43C1-B126-874F0545068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8BD5-3AC6-45C2-A749-5E3278BC3D87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8CC2-F4B1-43C1-B126-874F0545068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D8BD5-3AC6-45C2-A749-5E3278BC3D87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68CC2-F4B1-43C1-B126-874F0545068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071802" y="2214554"/>
            <a:ext cx="228780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d-ID" sz="5400" b="1" cap="none" spc="0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ADMIN</a:t>
            </a:r>
            <a:endParaRPr lang="en-US" sz="5400" b="1" cap="none" spc="0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0232" y="1500174"/>
            <a:ext cx="3286148" cy="3143272"/>
          </a:xfrm>
          <a:prstGeom prst="rect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>
            <a:noFill/>
          </a:ln>
          <a:effectLst>
            <a:outerShdw blurRad="50800" dist="50800" dir="5400000" algn="ctr" rotWithShape="0">
              <a:schemeClr val="bg2">
                <a:lumMod val="9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Oval 6"/>
          <p:cNvSpPr/>
          <p:nvPr/>
        </p:nvSpPr>
        <p:spPr>
          <a:xfrm>
            <a:off x="2643174" y="1643050"/>
            <a:ext cx="2071702" cy="207170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/>
          <p:cNvSpPr/>
          <p:nvPr/>
        </p:nvSpPr>
        <p:spPr>
          <a:xfrm>
            <a:off x="2357422" y="3714752"/>
            <a:ext cx="280525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d-ID" sz="4800" b="1" cap="none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PENCATAT</a:t>
            </a:r>
            <a:endParaRPr lang="en-US" sz="4800" b="1" cap="none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00364" y="1928802"/>
            <a:ext cx="1071570" cy="1264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 descr="C:\xampp\htdocs\enotulen2023\images\user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1934" y="2214554"/>
            <a:ext cx="457562" cy="70530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danang</dc:creator>
  <cp:lastModifiedBy>USER</cp:lastModifiedBy>
  <cp:revision>11</cp:revision>
  <dcterms:created xsi:type="dcterms:W3CDTF">2023-09-20T09:13:59Z</dcterms:created>
  <dcterms:modified xsi:type="dcterms:W3CDTF">2023-09-23T05:07:01Z</dcterms:modified>
</cp:coreProperties>
</file>